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0FF286-1058-4277-B79A-4568A7E6CBED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7C8B8186-A522-49F3-B39B-ECF7A1ED1892}">
      <dgm:prSet phldrT="[Tekst]"/>
      <dgm:spPr/>
      <dgm:t>
        <a:bodyPr/>
        <a:lstStyle/>
        <a:p>
          <a:r>
            <a:rPr lang="pl-PL" dirty="0"/>
            <a:t>Pomysł</a:t>
          </a:r>
        </a:p>
      </dgm:t>
    </dgm:pt>
    <dgm:pt modelId="{F4B15648-1142-406D-A109-80A829535D39}" type="parTrans" cxnId="{D578DB1E-9186-43AD-BD5B-C40991F27B74}">
      <dgm:prSet/>
      <dgm:spPr/>
      <dgm:t>
        <a:bodyPr/>
        <a:lstStyle/>
        <a:p>
          <a:endParaRPr lang="pl-PL"/>
        </a:p>
      </dgm:t>
    </dgm:pt>
    <dgm:pt modelId="{AE242FDD-6410-4C22-84E4-87BF0BCF401F}" type="sibTrans" cxnId="{D578DB1E-9186-43AD-BD5B-C40991F27B74}">
      <dgm:prSet/>
      <dgm:spPr/>
      <dgm:t>
        <a:bodyPr/>
        <a:lstStyle/>
        <a:p>
          <a:endParaRPr lang="pl-PL"/>
        </a:p>
      </dgm:t>
    </dgm:pt>
    <dgm:pt modelId="{2BABD5FA-6881-4D84-B5BE-B94A57785F77}">
      <dgm:prSet phldrT="[Tekst]"/>
      <dgm:spPr/>
      <dgm:t>
        <a:bodyPr/>
        <a:lstStyle/>
        <a:p>
          <a:r>
            <a:rPr lang="pl-PL" dirty="0"/>
            <a:t>Model</a:t>
          </a:r>
        </a:p>
      </dgm:t>
    </dgm:pt>
    <dgm:pt modelId="{4A6C2779-097D-49C5-985A-2F4DC4D5D580}" type="parTrans" cxnId="{962D1C4B-612D-48FC-BE63-E378A28A27ED}">
      <dgm:prSet/>
      <dgm:spPr/>
      <dgm:t>
        <a:bodyPr/>
        <a:lstStyle/>
        <a:p>
          <a:endParaRPr lang="pl-PL"/>
        </a:p>
      </dgm:t>
    </dgm:pt>
    <dgm:pt modelId="{27537FD5-DFB3-40DE-92EF-1F8F620DC72D}" type="sibTrans" cxnId="{962D1C4B-612D-48FC-BE63-E378A28A27ED}">
      <dgm:prSet/>
      <dgm:spPr/>
      <dgm:t>
        <a:bodyPr/>
        <a:lstStyle/>
        <a:p>
          <a:endParaRPr lang="pl-PL"/>
        </a:p>
      </dgm:t>
    </dgm:pt>
    <dgm:pt modelId="{4DF6B561-B144-4788-A658-51DB7224607F}">
      <dgm:prSet phldrT="[Tekst]"/>
      <dgm:spPr/>
      <dgm:t>
        <a:bodyPr/>
        <a:lstStyle/>
        <a:p>
          <a:r>
            <a:rPr lang="pl-PL" dirty="0"/>
            <a:t>G-</a:t>
          </a:r>
          <a:r>
            <a:rPr lang="pl-PL" dirty="0" err="1"/>
            <a:t>code</a:t>
          </a:r>
          <a:endParaRPr lang="pl-PL" dirty="0"/>
        </a:p>
      </dgm:t>
    </dgm:pt>
    <dgm:pt modelId="{ED998903-0C48-4A66-B3FB-58DD628618C5}" type="parTrans" cxnId="{E8A04321-02AC-4B90-B920-F66110784B42}">
      <dgm:prSet/>
      <dgm:spPr/>
      <dgm:t>
        <a:bodyPr/>
        <a:lstStyle/>
        <a:p>
          <a:endParaRPr lang="pl-PL"/>
        </a:p>
      </dgm:t>
    </dgm:pt>
    <dgm:pt modelId="{41953584-34D1-4A6D-AE78-476B22C2458D}" type="sibTrans" cxnId="{E8A04321-02AC-4B90-B920-F66110784B42}">
      <dgm:prSet/>
      <dgm:spPr/>
      <dgm:t>
        <a:bodyPr/>
        <a:lstStyle/>
        <a:p>
          <a:endParaRPr lang="pl-PL"/>
        </a:p>
      </dgm:t>
    </dgm:pt>
    <dgm:pt modelId="{D9125A3B-A890-41B6-BB28-F396709EE5AE}">
      <dgm:prSet phldrT="[Tekst]"/>
      <dgm:spPr/>
      <dgm:t>
        <a:bodyPr/>
        <a:lstStyle/>
        <a:p>
          <a:r>
            <a:rPr lang="pl-PL" dirty="0"/>
            <a:t>Gotowy element</a:t>
          </a:r>
        </a:p>
      </dgm:t>
    </dgm:pt>
    <dgm:pt modelId="{958C7C0C-FEE9-4617-AB9F-433620BA181F}" type="parTrans" cxnId="{E7A7A52F-43DE-41DD-A9F6-A529E496D7F7}">
      <dgm:prSet/>
      <dgm:spPr/>
      <dgm:t>
        <a:bodyPr/>
        <a:lstStyle/>
        <a:p>
          <a:endParaRPr lang="pl-PL"/>
        </a:p>
      </dgm:t>
    </dgm:pt>
    <dgm:pt modelId="{BE592592-BF2A-4D12-8E64-87F8A366FEF9}" type="sibTrans" cxnId="{E7A7A52F-43DE-41DD-A9F6-A529E496D7F7}">
      <dgm:prSet/>
      <dgm:spPr/>
      <dgm:t>
        <a:bodyPr/>
        <a:lstStyle/>
        <a:p>
          <a:endParaRPr lang="pl-PL"/>
        </a:p>
      </dgm:t>
    </dgm:pt>
    <dgm:pt modelId="{57698AD2-8FD7-4613-91B1-83C573DCDAB5}">
      <dgm:prSet phldrT="[Tekst]"/>
      <dgm:spPr/>
      <dgm:t>
        <a:bodyPr/>
        <a:lstStyle/>
        <a:p>
          <a:r>
            <a:rPr lang="pl-PL" dirty="0"/>
            <a:t>Druk</a:t>
          </a:r>
        </a:p>
      </dgm:t>
    </dgm:pt>
    <dgm:pt modelId="{80274EB6-55BF-46E7-AF94-903B7E1A2F9F}" type="parTrans" cxnId="{ABFE3A66-2D6B-47BB-A0C0-EEAABCA2DCA8}">
      <dgm:prSet/>
      <dgm:spPr/>
      <dgm:t>
        <a:bodyPr/>
        <a:lstStyle/>
        <a:p>
          <a:endParaRPr lang="pl-PL"/>
        </a:p>
      </dgm:t>
    </dgm:pt>
    <dgm:pt modelId="{9A06F443-F4E6-40E0-A89E-610279EEE16D}" type="sibTrans" cxnId="{ABFE3A66-2D6B-47BB-A0C0-EEAABCA2DCA8}">
      <dgm:prSet/>
      <dgm:spPr/>
      <dgm:t>
        <a:bodyPr/>
        <a:lstStyle/>
        <a:p>
          <a:endParaRPr lang="pl-PL"/>
        </a:p>
      </dgm:t>
    </dgm:pt>
    <dgm:pt modelId="{F2CA3B01-B4AC-4E07-9542-62652046F1D6}" type="pres">
      <dgm:prSet presAssocID="{FD0FF286-1058-4277-B79A-4568A7E6CBED}" presName="Name0" presStyleCnt="0">
        <dgm:presLayoutVars>
          <dgm:dir/>
          <dgm:resizeHandles val="exact"/>
        </dgm:presLayoutVars>
      </dgm:prSet>
      <dgm:spPr/>
    </dgm:pt>
    <dgm:pt modelId="{99112181-3195-41DD-88FE-9D39250E45CA}" type="pres">
      <dgm:prSet presAssocID="{7C8B8186-A522-49F3-B39B-ECF7A1ED1892}" presName="node" presStyleLbl="node1" presStyleIdx="0" presStyleCnt="5">
        <dgm:presLayoutVars>
          <dgm:bulletEnabled val="1"/>
        </dgm:presLayoutVars>
      </dgm:prSet>
      <dgm:spPr/>
    </dgm:pt>
    <dgm:pt modelId="{21A956FA-00FE-43A0-9CE4-84259FD55147}" type="pres">
      <dgm:prSet presAssocID="{AE242FDD-6410-4C22-84E4-87BF0BCF401F}" presName="sibTrans" presStyleLbl="sibTrans2D1" presStyleIdx="0" presStyleCnt="5"/>
      <dgm:spPr/>
    </dgm:pt>
    <dgm:pt modelId="{EA25C220-6B47-4E9F-847A-D64BC1D7F5D5}" type="pres">
      <dgm:prSet presAssocID="{AE242FDD-6410-4C22-84E4-87BF0BCF401F}" presName="connectorText" presStyleLbl="sibTrans2D1" presStyleIdx="0" presStyleCnt="5"/>
      <dgm:spPr/>
    </dgm:pt>
    <dgm:pt modelId="{49102211-670F-4759-A8E9-AC69E7B1B2FF}" type="pres">
      <dgm:prSet presAssocID="{2BABD5FA-6881-4D84-B5BE-B94A57785F77}" presName="node" presStyleLbl="node1" presStyleIdx="1" presStyleCnt="5">
        <dgm:presLayoutVars>
          <dgm:bulletEnabled val="1"/>
        </dgm:presLayoutVars>
      </dgm:prSet>
      <dgm:spPr/>
    </dgm:pt>
    <dgm:pt modelId="{51F1C724-7B5C-4286-BDB1-91827FFF893E}" type="pres">
      <dgm:prSet presAssocID="{27537FD5-DFB3-40DE-92EF-1F8F620DC72D}" presName="sibTrans" presStyleLbl="sibTrans2D1" presStyleIdx="1" presStyleCnt="5"/>
      <dgm:spPr/>
    </dgm:pt>
    <dgm:pt modelId="{DF0A660B-8B85-4EFB-8E63-A3BD690E6FFE}" type="pres">
      <dgm:prSet presAssocID="{27537FD5-DFB3-40DE-92EF-1F8F620DC72D}" presName="connectorText" presStyleLbl="sibTrans2D1" presStyleIdx="1" presStyleCnt="5"/>
      <dgm:spPr/>
    </dgm:pt>
    <dgm:pt modelId="{122C10E6-B372-4135-88BC-9843F2057BBD}" type="pres">
      <dgm:prSet presAssocID="{4DF6B561-B144-4788-A658-51DB7224607F}" presName="node" presStyleLbl="node1" presStyleIdx="2" presStyleCnt="5">
        <dgm:presLayoutVars>
          <dgm:bulletEnabled val="1"/>
        </dgm:presLayoutVars>
      </dgm:prSet>
      <dgm:spPr/>
    </dgm:pt>
    <dgm:pt modelId="{FEC81E4E-6207-47B6-9BA4-B4D7850F8BA7}" type="pres">
      <dgm:prSet presAssocID="{41953584-34D1-4A6D-AE78-476B22C2458D}" presName="sibTrans" presStyleLbl="sibTrans2D1" presStyleIdx="2" presStyleCnt="5"/>
      <dgm:spPr/>
    </dgm:pt>
    <dgm:pt modelId="{C646E7C1-0B4E-49A1-93BD-C0987A51A39A}" type="pres">
      <dgm:prSet presAssocID="{41953584-34D1-4A6D-AE78-476B22C2458D}" presName="connectorText" presStyleLbl="sibTrans2D1" presStyleIdx="2" presStyleCnt="5"/>
      <dgm:spPr/>
    </dgm:pt>
    <dgm:pt modelId="{E5501150-4151-4D43-A23C-3477FB3C4CD6}" type="pres">
      <dgm:prSet presAssocID="{57698AD2-8FD7-4613-91B1-83C573DCDAB5}" presName="node" presStyleLbl="node1" presStyleIdx="3" presStyleCnt="5">
        <dgm:presLayoutVars>
          <dgm:bulletEnabled val="1"/>
        </dgm:presLayoutVars>
      </dgm:prSet>
      <dgm:spPr/>
    </dgm:pt>
    <dgm:pt modelId="{A4922916-5E2B-44CD-8D40-43C194419B9C}" type="pres">
      <dgm:prSet presAssocID="{9A06F443-F4E6-40E0-A89E-610279EEE16D}" presName="sibTrans" presStyleLbl="sibTrans2D1" presStyleIdx="3" presStyleCnt="5"/>
      <dgm:spPr/>
    </dgm:pt>
    <dgm:pt modelId="{2450D0DE-5130-4D31-819E-E6536B27095E}" type="pres">
      <dgm:prSet presAssocID="{9A06F443-F4E6-40E0-A89E-610279EEE16D}" presName="connectorText" presStyleLbl="sibTrans2D1" presStyleIdx="3" presStyleCnt="5"/>
      <dgm:spPr/>
    </dgm:pt>
    <dgm:pt modelId="{5019B2AF-3B36-4545-BB0A-5F459D22A8E9}" type="pres">
      <dgm:prSet presAssocID="{D9125A3B-A890-41B6-BB28-F396709EE5AE}" presName="node" presStyleLbl="node1" presStyleIdx="4" presStyleCnt="5">
        <dgm:presLayoutVars>
          <dgm:bulletEnabled val="1"/>
        </dgm:presLayoutVars>
      </dgm:prSet>
      <dgm:spPr/>
    </dgm:pt>
    <dgm:pt modelId="{0FEA77B8-599B-49CB-995D-7669C7259BB6}" type="pres">
      <dgm:prSet presAssocID="{BE592592-BF2A-4D12-8E64-87F8A366FEF9}" presName="sibTrans" presStyleLbl="sibTrans2D1" presStyleIdx="4" presStyleCnt="5" custLinFactNeighborX="-796" custLinFactNeighborY="-1928"/>
      <dgm:spPr/>
    </dgm:pt>
    <dgm:pt modelId="{DBC88D14-8927-4264-9B33-CFC111AA90AB}" type="pres">
      <dgm:prSet presAssocID="{BE592592-BF2A-4D12-8E64-87F8A366FEF9}" presName="connectorText" presStyleLbl="sibTrans2D1" presStyleIdx="4" presStyleCnt="5"/>
      <dgm:spPr/>
    </dgm:pt>
  </dgm:ptLst>
  <dgm:cxnLst>
    <dgm:cxn modelId="{A99EA703-0CD1-4F92-8D42-E30D18E328E2}" type="presOf" srcId="{FD0FF286-1058-4277-B79A-4568A7E6CBED}" destId="{F2CA3B01-B4AC-4E07-9542-62652046F1D6}" srcOrd="0" destOrd="0" presId="urn:microsoft.com/office/officeart/2005/8/layout/cycle7"/>
    <dgm:cxn modelId="{A2502B09-C334-4035-AC7D-D62F0D9F298C}" type="presOf" srcId="{BE592592-BF2A-4D12-8E64-87F8A366FEF9}" destId="{DBC88D14-8927-4264-9B33-CFC111AA90AB}" srcOrd="1" destOrd="0" presId="urn:microsoft.com/office/officeart/2005/8/layout/cycle7"/>
    <dgm:cxn modelId="{D578DB1E-9186-43AD-BD5B-C40991F27B74}" srcId="{FD0FF286-1058-4277-B79A-4568A7E6CBED}" destId="{7C8B8186-A522-49F3-B39B-ECF7A1ED1892}" srcOrd="0" destOrd="0" parTransId="{F4B15648-1142-406D-A109-80A829535D39}" sibTransId="{AE242FDD-6410-4C22-84E4-87BF0BCF401F}"/>
    <dgm:cxn modelId="{E8A04321-02AC-4B90-B920-F66110784B42}" srcId="{FD0FF286-1058-4277-B79A-4568A7E6CBED}" destId="{4DF6B561-B144-4788-A658-51DB7224607F}" srcOrd="2" destOrd="0" parTransId="{ED998903-0C48-4A66-B3FB-58DD628618C5}" sibTransId="{41953584-34D1-4A6D-AE78-476B22C2458D}"/>
    <dgm:cxn modelId="{A769D423-9B8A-497F-A73A-46C23DC29628}" type="presOf" srcId="{9A06F443-F4E6-40E0-A89E-610279EEE16D}" destId="{A4922916-5E2B-44CD-8D40-43C194419B9C}" srcOrd="0" destOrd="0" presId="urn:microsoft.com/office/officeart/2005/8/layout/cycle7"/>
    <dgm:cxn modelId="{9A0F3E2A-5E01-44D3-8C9E-E2712D54120F}" type="presOf" srcId="{2BABD5FA-6881-4D84-B5BE-B94A57785F77}" destId="{49102211-670F-4759-A8E9-AC69E7B1B2FF}" srcOrd="0" destOrd="0" presId="urn:microsoft.com/office/officeart/2005/8/layout/cycle7"/>
    <dgm:cxn modelId="{CFE0282E-8EBE-4B66-BC69-114CA437852B}" type="presOf" srcId="{41953584-34D1-4A6D-AE78-476B22C2458D}" destId="{C646E7C1-0B4E-49A1-93BD-C0987A51A39A}" srcOrd="1" destOrd="0" presId="urn:microsoft.com/office/officeart/2005/8/layout/cycle7"/>
    <dgm:cxn modelId="{E7A7A52F-43DE-41DD-A9F6-A529E496D7F7}" srcId="{FD0FF286-1058-4277-B79A-4568A7E6CBED}" destId="{D9125A3B-A890-41B6-BB28-F396709EE5AE}" srcOrd="4" destOrd="0" parTransId="{958C7C0C-FEE9-4617-AB9F-433620BA181F}" sibTransId="{BE592592-BF2A-4D12-8E64-87F8A366FEF9}"/>
    <dgm:cxn modelId="{60649930-5EF7-4A34-9792-F1CEE511CD18}" type="presOf" srcId="{7C8B8186-A522-49F3-B39B-ECF7A1ED1892}" destId="{99112181-3195-41DD-88FE-9D39250E45CA}" srcOrd="0" destOrd="0" presId="urn:microsoft.com/office/officeart/2005/8/layout/cycle7"/>
    <dgm:cxn modelId="{660C8063-10A5-4286-8820-9170A522289F}" type="presOf" srcId="{AE242FDD-6410-4C22-84E4-87BF0BCF401F}" destId="{EA25C220-6B47-4E9F-847A-D64BC1D7F5D5}" srcOrd="1" destOrd="0" presId="urn:microsoft.com/office/officeart/2005/8/layout/cycle7"/>
    <dgm:cxn modelId="{4AB1C845-3C65-415D-831D-D13007C3C47C}" type="presOf" srcId="{BE592592-BF2A-4D12-8E64-87F8A366FEF9}" destId="{0FEA77B8-599B-49CB-995D-7669C7259BB6}" srcOrd="0" destOrd="0" presId="urn:microsoft.com/office/officeart/2005/8/layout/cycle7"/>
    <dgm:cxn modelId="{ABFE3A66-2D6B-47BB-A0C0-EEAABCA2DCA8}" srcId="{FD0FF286-1058-4277-B79A-4568A7E6CBED}" destId="{57698AD2-8FD7-4613-91B1-83C573DCDAB5}" srcOrd="3" destOrd="0" parTransId="{80274EB6-55BF-46E7-AF94-903B7E1A2F9F}" sibTransId="{9A06F443-F4E6-40E0-A89E-610279EEE16D}"/>
    <dgm:cxn modelId="{962D1C4B-612D-48FC-BE63-E378A28A27ED}" srcId="{FD0FF286-1058-4277-B79A-4568A7E6CBED}" destId="{2BABD5FA-6881-4D84-B5BE-B94A57785F77}" srcOrd="1" destOrd="0" parTransId="{4A6C2779-097D-49C5-985A-2F4DC4D5D580}" sibTransId="{27537FD5-DFB3-40DE-92EF-1F8F620DC72D}"/>
    <dgm:cxn modelId="{7CB03671-AE9D-4686-9E23-4A50883364E6}" type="presOf" srcId="{4DF6B561-B144-4788-A658-51DB7224607F}" destId="{122C10E6-B372-4135-88BC-9843F2057BBD}" srcOrd="0" destOrd="0" presId="urn:microsoft.com/office/officeart/2005/8/layout/cycle7"/>
    <dgm:cxn modelId="{F07E8D52-2921-4C2F-83E9-FD3AA73306DC}" type="presOf" srcId="{41953584-34D1-4A6D-AE78-476B22C2458D}" destId="{FEC81E4E-6207-47B6-9BA4-B4D7850F8BA7}" srcOrd="0" destOrd="0" presId="urn:microsoft.com/office/officeart/2005/8/layout/cycle7"/>
    <dgm:cxn modelId="{874A6C87-8513-4967-BCA1-AB5B9938869B}" type="presOf" srcId="{9A06F443-F4E6-40E0-A89E-610279EEE16D}" destId="{2450D0DE-5130-4D31-819E-E6536B27095E}" srcOrd="1" destOrd="0" presId="urn:microsoft.com/office/officeart/2005/8/layout/cycle7"/>
    <dgm:cxn modelId="{6176A6A2-E7F3-421F-A94A-0F1D2E9B8A82}" type="presOf" srcId="{AE242FDD-6410-4C22-84E4-87BF0BCF401F}" destId="{21A956FA-00FE-43A0-9CE4-84259FD55147}" srcOrd="0" destOrd="0" presId="urn:microsoft.com/office/officeart/2005/8/layout/cycle7"/>
    <dgm:cxn modelId="{410448A4-457C-40EA-80C0-106F07E6FE13}" type="presOf" srcId="{57698AD2-8FD7-4613-91B1-83C573DCDAB5}" destId="{E5501150-4151-4D43-A23C-3477FB3C4CD6}" srcOrd="0" destOrd="0" presId="urn:microsoft.com/office/officeart/2005/8/layout/cycle7"/>
    <dgm:cxn modelId="{FFC881C8-C720-4800-8E49-6CD0A24EA096}" type="presOf" srcId="{27537FD5-DFB3-40DE-92EF-1F8F620DC72D}" destId="{DF0A660B-8B85-4EFB-8E63-A3BD690E6FFE}" srcOrd="1" destOrd="0" presId="urn:microsoft.com/office/officeart/2005/8/layout/cycle7"/>
    <dgm:cxn modelId="{E18B46D4-3F5C-4E8A-8D2C-B67CAFE1D900}" type="presOf" srcId="{D9125A3B-A890-41B6-BB28-F396709EE5AE}" destId="{5019B2AF-3B36-4545-BB0A-5F459D22A8E9}" srcOrd="0" destOrd="0" presId="urn:microsoft.com/office/officeart/2005/8/layout/cycle7"/>
    <dgm:cxn modelId="{759F2FFE-03D8-4CF7-BAC9-385133328ED8}" type="presOf" srcId="{27537FD5-DFB3-40DE-92EF-1F8F620DC72D}" destId="{51F1C724-7B5C-4286-BDB1-91827FFF893E}" srcOrd="0" destOrd="0" presId="urn:microsoft.com/office/officeart/2005/8/layout/cycle7"/>
    <dgm:cxn modelId="{187D5DC0-B909-460D-9B37-9401F459D9FD}" type="presParOf" srcId="{F2CA3B01-B4AC-4E07-9542-62652046F1D6}" destId="{99112181-3195-41DD-88FE-9D39250E45CA}" srcOrd="0" destOrd="0" presId="urn:microsoft.com/office/officeart/2005/8/layout/cycle7"/>
    <dgm:cxn modelId="{973CD4A7-74EA-4719-8030-886F7168CC26}" type="presParOf" srcId="{F2CA3B01-B4AC-4E07-9542-62652046F1D6}" destId="{21A956FA-00FE-43A0-9CE4-84259FD55147}" srcOrd="1" destOrd="0" presId="urn:microsoft.com/office/officeart/2005/8/layout/cycle7"/>
    <dgm:cxn modelId="{4F37845B-8D49-4E04-8A97-F59E390DDAC0}" type="presParOf" srcId="{21A956FA-00FE-43A0-9CE4-84259FD55147}" destId="{EA25C220-6B47-4E9F-847A-D64BC1D7F5D5}" srcOrd="0" destOrd="0" presId="urn:microsoft.com/office/officeart/2005/8/layout/cycle7"/>
    <dgm:cxn modelId="{4F2DA564-7C1E-4E38-A44A-453FA77B8E8C}" type="presParOf" srcId="{F2CA3B01-B4AC-4E07-9542-62652046F1D6}" destId="{49102211-670F-4759-A8E9-AC69E7B1B2FF}" srcOrd="2" destOrd="0" presId="urn:microsoft.com/office/officeart/2005/8/layout/cycle7"/>
    <dgm:cxn modelId="{23491EC2-E15C-41AF-9852-12B21C8E70A7}" type="presParOf" srcId="{F2CA3B01-B4AC-4E07-9542-62652046F1D6}" destId="{51F1C724-7B5C-4286-BDB1-91827FFF893E}" srcOrd="3" destOrd="0" presId="urn:microsoft.com/office/officeart/2005/8/layout/cycle7"/>
    <dgm:cxn modelId="{4BF61A84-F44F-4202-9C5E-7D369B6D016B}" type="presParOf" srcId="{51F1C724-7B5C-4286-BDB1-91827FFF893E}" destId="{DF0A660B-8B85-4EFB-8E63-A3BD690E6FFE}" srcOrd="0" destOrd="0" presId="urn:microsoft.com/office/officeart/2005/8/layout/cycle7"/>
    <dgm:cxn modelId="{77AB82E7-9F60-4D3D-B2FC-153EAD22B633}" type="presParOf" srcId="{F2CA3B01-B4AC-4E07-9542-62652046F1D6}" destId="{122C10E6-B372-4135-88BC-9843F2057BBD}" srcOrd="4" destOrd="0" presId="urn:microsoft.com/office/officeart/2005/8/layout/cycle7"/>
    <dgm:cxn modelId="{BE2207BF-8DDA-41C6-8A95-0B755CFE225E}" type="presParOf" srcId="{F2CA3B01-B4AC-4E07-9542-62652046F1D6}" destId="{FEC81E4E-6207-47B6-9BA4-B4D7850F8BA7}" srcOrd="5" destOrd="0" presId="urn:microsoft.com/office/officeart/2005/8/layout/cycle7"/>
    <dgm:cxn modelId="{F2E3723C-354F-4FAA-88DC-7D2D018941A6}" type="presParOf" srcId="{FEC81E4E-6207-47B6-9BA4-B4D7850F8BA7}" destId="{C646E7C1-0B4E-49A1-93BD-C0987A51A39A}" srcOrd="0" destOrd="0" presId="urn:microsoft.com/office/officeart/2005/8/layout/cycle7"/>
    <dgm:cxn modelId="{76DC4070-3453-4936-8D79-A422E25B555F}" type="presParOf" srcId="{F2CA3B01-B4AC-4E07-9542-62652046F1D6}" destId="{E5501150-4151-4D43-A23C-3477FB3C4CD6}" srcOrd="6" destOrd="0" presId="urn:microsoft.com/office/officeart/2005/8/layout/cycle7"/>
    <dgm:cxn modelId="{D1F8BEDA-DABC-43E9-B488-ACE36B0B7B5D}" type="presParOf" srcId="{F2CA3B01-B4AC-4E07-9542-62652046F1D6}" destId="{A4922916-5E2B-44CD-8D40-43C194419B9C}" srcOrd="7" destOrd="0" presId="urn:microsoft.com/office/officeart/2005/8/layout/cycle7"/>
    <dgm:cxn modelId="{ABFFA6CF-9B89-4BBA-8F88-B57ABE48A2AD}" type="presParOf" srcId="{A4922916-5E2B-44CD-8D40-43C194419B9C}" destId="{2450D0DE-5130-4D31-819E-E6536B27095E}" srcOrd="0" destOrd="0" presId="urn:microsoft.com/office/officeart/2005/8/layout/cycle7"/>
    <dgm:cxn modelId="{FFF70685-4419-416F-A29F-9292382EBACA}" type="presParOf" srcId="{F2CA3B01-B4AC-4E07-9542-62652046F1D6}" destId="{5019B2AF-3B36-4545-BB0A-5F459D22A8E9}" srcOrd="8" destOrd="0" presId="urn:microsoft.com/office/officeart/2005/8/layout/cycle7"/>
    <dgm:cxn modelId="{7D63D7D2-6D52-4938-8BF1-E6C2C5FB73B5}" type="presParOf" srcId="{F2CA3B01-B4AC-4E07-9542-62652046F1D6}" destId="{0FEA77B8-599B-49CB-995D-7669C7259BB6}" srcOrd="9" destOrd="0" presId="urn:microsoft.com/office/officeart/2005/8/layout/cycle7"/>
    <dgm:cxn modelId="{93BE1C7B-411D-40C1-924E-45F52394FE8C}" type="presParOf" srcId="{0FEA77B8-599B-49CB-995D-7669C7259BB6}" destId="{DBC88D14-8927-4264-9B33-CFC111AA90AB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12181-3195-41DD-88FE-9D39250E45CA}">
      <dsp:nvSpPr>
        <dsp:cNvPr id="0" name=""/>
        <dsp:cNvSpPr/>
      </dsp:nvSpPr>
      <dsp:spPr>
        <a:xfrm>
          <a:off x="3551234" y="218"/>
          <a:ext cx="1494372" cy="747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Pomysł</a:t>
          </a:r>
        </a:p>
      </dsp:txBody>
      <dsp:txXfrm>
        <a:off x="3573118" y="22102"/>
        <a:ext cx="1450604" cy="703418"/>
      </dsp:txXfrm>
    </dsp:sp>
    <dsp:sp modelId="{21A956FA-00FE-43A0-9CE4-84259FD55147}">
      <dsp:nvSpPr>
        <dsp:cNvPr id="0" name=""/>
        <dsp:cNvSpPr/>
      </dsp:nvSpPr>
      <dsp:spPr>
        <a:xfrm rot="2160000">
          <a:off x="4907307" y="969076"/>
          <a:ext cx="780796" cy="2615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100" kern="1200"/>
        </a:p>
      </dsp:txBody>
      <dsp:txXfrm>
        <a:off x="4985762" y="1021379"/>
        <a:ext cx="623887" cy="156909"/>
      </dsp:txXfrm>
    </dsp:sp>
    <dsp:sp modelId="{49102211-670F-4759-A8E9-AC69E7B1B2FF}">
      <dsp:nvSpPr>
        <dsp:cNvPr id="0" name=""/>
        <dsp:cNvSpPr/>
      </dsp:nvSpPr>
      <dsp:spPr>
        <a:xfrm>
          <a:off x="5549803" y="1452263"/>
          <a:ext cx="1494372" cy="747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Model</a:t>
          </a:r>
        </a:p>
      </dsp:txBody>
      <dsp:txXfrm>
        <a:off x="5571687" y="1474147"/>
        <a:ext cx="1450604" cy="703418"/>
      </dsp:txXfrm>
    </dsp:sp>
    <dsp:sp modelId="{51F1C724-7B5C-4286-BDB1-91827FFF893E}">
      <dsp:nvSpPr>
        <dsp:cNvPr id="0" name=""/>
        <dsp:cNvSpPr/>
      </dsp:nvSpPr>
      <dsp:spPr>
        <a:xfrm rot="6480000">
          <a:off x="5524899" y="2869829"/>
          <a:ext cx="780796" cy="2615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100" kern="1200"/>
        </a:p>
      </dsp:txBody>
      <dsp:txXfrm rot="10800000">
        <a:off x="5603353" y="2922132"/>
        <a:ext cx="623887" cy="156909"/>
      </dsp:txXfrm>
    </dsp:sp>
    <dsp:sp modelId="{122C10E6-B372-4135-88BC-9843F2057BBD}">
      <dsp:nvSpPr>
        <dsp:cNvPr id="0" name=""/>
        <dsp:cNvSpPr/>
      </dsp:nvSpPr>
      <dsp:spPr>
        <a:xfrm>
          <a:off x="4786418" y="3801723"/>
          <a:ext cx="1494372" cy="747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G-</a:t>
          </a:r>
          <a:r>
            <a:rPr lang="pl-PL" sz="2000" kern="1200" dirty="0" err="1"/>
            <a:t>code</a:t>
          </a:r>
          <a:endParaRPr lang="pl-PL" sz="2000" kern="1200" dirty="0"/>
        </a:p>
      </dsp:txBody>
      <dsp:txXfrm>
        <a:off x="4808302" y="3823607"/>
        <a:ext cx="1450604" cy="703418"/>
      </dsp:txXfrm>
    </dsp:sp>
    <dsp:sp modelId="{FEC81E4E-6207-47B6-9BA4-B4D7850F8BA7}">
      <dsp:nvSpPr>
        <dsp:cNvPr id="0" name=""/>
        <dsp:cNvSpPr/>
      </dsp:nvSpPr>
      <dsp:spPr>
        <a:xfrm rot="10800000">
          <a:off x="3908022" y="4044559"/>
          <a:ext cx="780796" cy="2615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100" kern="1200"/>
        </a:p>
      </dsp:txBody>
      <dsp:txXfrm rot="10800000">
        <a:off x="3986476" y="4096862"/>
        <a:ext cx="623887" cy="156909"/>
      </dsp:txXfrm>
    </dsp:sp>
    <dsp:sp modelId="{E5501150-4151-4D43-A23C-3477FB3C4CD6}">
      <dsp:nvSpPr>
        <dsp:cNvPr id="0" name=""/>
        <dsp:cNvSpPr/>
      </dsp:nvSpPr>
      <dsp:spPr>
        <a:xfrm>
          <a:off x="2316050" y="3801723"/>
          <a:ext cx="1494372" cy="747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Druk</a:t>
          </a:r>
        </a:p>
      </dsp:txBody>
      <dsp:txXfrm>
        <a:off x="2337934" y="3823607"/>
        <a:ext cx="1450604" cy="703418"/>
      </dsp:txXfrm>
    </dsp:sp>
    <dsp:sp modelId="{A4922916-5E2B-44CD-8D40-43C194419B9C}">
      <dsp:nvSpPr>
        <dsp:cNvPr id="0" name=""/>
        <dsp:cNvSpPr/>
      </dsp:nvSpPr>
      <dsp:spPr>
        <a:xfrm rot="15120000">
          <a:off x="2291145" y="2869829"/>
          <a:ext cx="780796" cy="2615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100" kern="1200"/>
        </a:p>
      </dsp:txBody>
      <dsp:txXfrm rot="10800000">
        <a:off x="2369599" y="2922132"/>
        <a:ext cx="623887" cy="156909"/>
      </dsp:txXfrm>
    </dsp:sp>
    <dsp:sp modelId="{5019B2AF-3B36-4545-BB0A-5F459D22A8E9}">
      <dsp:nvSpPr>
        <dsp:cNvPr id="0" name=""/>
        <dsp:cNvSpPr/>
      </dsp:nvSpPr>
      <dsp:spPr>
        <a:xfrm>
          <a:off x="1552664" y="1452263"/>
          <a:ext cx="1494372" cy="747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Gotowy element</a:t>
          </a:r>
        </a:p>
      </dsp:txBody>
      <dsp:txXfrm>
        <a:off x="1574548" y="1474147"/>
        <a:ext cx="1450604" cy="703418"/>
      </dsp:txXfrm>
    </dsp:sp>
    <dsp:sp modelId="{0FEA77B8-599B-49CB-995D-7669C7259BB6}">
      <dsp:nvSpPr>
        <dsp:cNvPr id="0" name=""/>
        <dsp:cNvSpPr/>
      </dsp:nvSpPr>
      <dsp:spPr>
        <a:xfrm rot="19440000">
          <a:off x="2902522" y="964034"/>
          <a:ext cx="780796" cy="26151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100" kern="1200"/>
        </a:p>
      </dsp:txBody>
      <dsp:txXfrm>
        <a:off x="2980977" y="1016337"/>
        <a:ext cx="623887" cy="156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7632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076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637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331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703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95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095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334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3864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011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8342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3207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6805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46357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8165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366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43F2C-9C71-46F4-A64F-8B834FF3C5E0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B97C88-58D9-4ED7-B5B6-C6514E8BDA5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9927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72549F-6969-F64A-6EFB-95114CA452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Szkolenie Druk 3D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047A65C-0593-D51E-2D44-BC109D772B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Adam Barnaś</a:t>
            </a:r>
          </a:p>
        </p:txBody>
      </p:sp>
    </p:spTree>
    <p:extLst>
      <p:ext uri="{BB962C8B-B14F-4D97-AF65-F5344CB8AC3E}">
        <p14:creationId xmlns:p14="http://schemas.microsoft.com/office/powerpoint/2010/main" val="156649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0DD8A5-5E6A-8EE4-3B45-2A839E44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 pomysłu do wydruku</a:t>
            </a:r>
          </a:p>
        </p:txBody>
      </p:sp>
      <p:graphicFrame>
        <p:nvGraphicFramePr>
          <p:cNvPr id="8" name="Symbol zastępczy zawartości 7">
            <a:extLst>
              <a:ext uri="{FF2B5EF4-FFF2-40B4-BE49-F238E27FC236}">
                <a16:creationId xmlns:a16="http://schemas.microsoft.com/office/drawing/2014/main" id="{B7D0AD26-8142-3E58-CE79-0AFB57A47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986512"/>
              </p:ext>
            </p:extLst>
          </p:nvPr>
        </p:nvGraphicFramePr>
        <p:xfrm>
          <a:off x="966320" y="1492897"/>
          <a:ext cx="8596841" cy="4549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upa 8">
            <a:extLst>
              <a:ext uri="{FF2B5EF4-FFF2-40B4-BE49-F238E27FC236}">
                <a16:creationId xmlns:a16="http://schemas.microsoft.com/office/drawing/2014/main" id="{FF7CDD64-E99E-BAAD-B1EB-C7C6EDFA46CD}"/>
              </a:ext>
            </a:extLst>
          </p:cNvPr>
          <p:cNvGrpSpPr/>
          <p:nvPr/>
        </p:nvGrpSpPr>
        <p:grpSpPr>
          <a:xfrm rot="17915726">
            <a:off x="4298091" y="3734040"/>
            <a:ext cx="2858402" cy="153931"/>
            <a:chOff x="2703466" y="-130757"/>
            <a:chExt cx="780796" cy="26151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" name="Strzałka: w lewo i w prawo 9">
              <a:extLst>
                <a:ext uri="{FF2B5EF4-FFF2-40B4-BE49-F238E27FC236}">
                  <a16:creationId xmlns:a16="http://schemas.microsoft.com/office/drawing/2014/main" id="{7BB9F128-06E5-F732-C0AE-8D611B065275}"/>
                </a:ext>
              </a:extLst>
            </p:cNvPr>
            <p:cNvSpPr/>
            <p:nvPr/>
          </p:nvSpPr>
          <p:spPr>
            <a:xfrm rot="19440000">
              <a:off x="2703466" y="-130757"/>
              <a:ext cx="780796" cy="261515"/>
            </a:xfrm>
            <a:prstGeom prst="leftRightArrow">
              <a:avLst>
                <a:gd name="adj1" fmla="val 60000"/>
                <a:gd name="adj2" fmla="val 50000"/>
              </a:avLst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1" name="Strzałka: w lewo i w prawo 4">
              <a:extLst>
                <a:ext uri="{FF2B5EF4-FFF2-40B4-BE49-F238E27FC236}">
                  <a16:creationId xmlns:a16="http://schemas.microsoft.com/office/drawing/2014/main" id="{3AA850C7-BEE6-7E31-63B5-E49A18D18C2E}"/>
                </a:ext>
              </a:extLst>
            </p:cNvPr>
            <p:cNvSpPr txBox="1"/>
            <p:nvPr/>
          </p:nvSpPr>
          <p:spPr>
            <a:xfrm rot="19440000">
              <a:off x="2781921" y="-78454"/>
              <a:ext cx="623887" cy="156909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pl-PL" sz="11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55877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B7F181-ADD7-A554-9055-C6B51C48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Konfiguracja </a:t>
            </a:r>
            <a:r>
              <a:rPr lang="pl-PL" dirty="0" err="1"/>
              <a:t>slicera</a:t>
            </a:r>
            <a:r>
              <a:rPr lang="pl-PL" dirty="0"/>
              <a:t> np. </a:t>
            </a:r>
            <a:r>
              <a:rPr lang="pl-PL" dirty="0" err="1"/>
              <a:t>Cura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93BDB1-9CAC-7F7E-C142-32E50F795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Wybór drukarki (zazwyczaj z listy)</a:t>
            </a:r>
          </a:p>
          <a:p>
            <a:r>
              <a:rPr lang="pl-PL" dirty="0"/>
              <a:t>Wprowadzenie lub zmiana parametrów drukarki (najczęściej w przypadku zmian </a:t>
            </a:r>
            <a:r>
              <a:rPr lang="pl-PL" dirty="0" err="1"/>
              <a:t>hardware’owych</a:t>
            </a:r>
            <a:r>
              <a:rPr lang="pl-PL" dirty="0"/>
              <a:t>)</a:t>
            </a:r>
          </a:p>
          <a:p>
            <a:r>
              <a:rPr lang="pl-PL" dirty="0"/>
              <a:t>Wybór materiału</a:t>
            </a:r>
          </a:p>
          <a:p>
            <a:r>
              <a:rPr lang="pl-PL" dirty="0"/>
              <a:t>Wybór domyślnego profilu i ewentualna zmiana parametrów</a:t>
            </a:r>
          </a:p>
          <a:p>
            <a:r>
              <a:rPr lang="pl-PL" dirty="0"/>
              <a:t>Kilka wydruków kalibracyjnych</a:t>
            </a:r>
          </a:p>
          <a:p>
            <a:r>
              <a:rPr lang="pl-PL" dirty="0"/>
              <a:t>Kalibracja ustawień na podstawie pomiarów</a:t>
            </a:r>
          </a:p>
          <a:p>
            <a:r>
              <a:rPr lang="pl-PL" dirty="0"/>
              <a:t>Gotowe!</a:t>
            </a:r>
          </a:p>
        </p:txBody>
      </p:sp>
    </p:spTree>
    <p:extLst>
      <p:ext uri="{BB962C8B-B14F-4D97-AF65-F5344CB8AC3E}">
        <p14:creationId xmlns:p14="http://schemas.microsoft.com/office/powerpoint/2010/main" val="414327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2BACE4-D629-214E-1132-76253A17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zrobić jak mam już G-</a:t>
            </a:r>
            <a:r>
              <a:rPr lang="pl-PL" dirty="0" err="1"/>
              <a:t>code</a:t>
            </a:r>
            <a:r>
              <a:rPr lang="pl-PL" dirty="0"/>
              <a:t>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42E1AB3-F896-8F92-24C9-3E7EBDDEE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Zapisać na dysku</a:t>
            </a:r>
          </a:p>
          <a:p>
            <a:r>
              <a:rPr lang="pl-PL" dirty="0"/>
              <a:t>Odpalić przeglądarkę</a:t>
            </a:r>
          </a:p>
          <a:p>
            <a:r>
              <a:rPr lang="pl-PL" dirty="0"/>
              <a:t>Wpisać adres </a:t>
            </a:r>
            <a:r>
              <a:rPr lang="pl-PL" dirty="0" err="1"/>
              <a:t>ip</a:t>
            </a:r>
            <a:endParaRPr lang="pl-PL" dirty="0"/>
          </a:p>
          <a:p>
            <a:pPr lvl="1"/>
            <a:r>
              <a:rPr lang="pl-PL" dirty="0" err="1"/>
              <a:t>Voron</a:t>
            </a:r>
            <a:r>
              <a:rPr lang="pl-PL" dirty="0"/>
              <a:t>: 192.168.31.225</a:t>
            </a:r>
          </a:p>
          <a:p>
            <a:pPr lvl="1"/>
            <a:r>
              <a:rPr lang="pl-PL" dirty="0" err="1"/>
              <a:t>Sapphire</a:t>
            </a:r>
            <a:r>
              <a:rPr lang="pl-PL" dirty="0"/>
              <a:t>: 192.168.31.16</a:t>
            </a:r>
          </a:p>
          <a:p>
            <a:r>
              <a:rPr lang="pl-PL" dirty="0"/>
              <a:t>Przesłać plik na serwer</a:t>
            </a:r>
          </a:p>
          <a:p>
            <a:r>
              <a:rPr lang="pl-PL" dirty="0"/>
              <a:t>Upewnić się że jest filament</a:t>
            </a:r>
          </a:p>
          <a:p>
            <a:r>
              <a:rPr lang="pl-PL" dirty="0"/>
              <a:t>Ustawić </a:t>
            </a:r>
            <a:r>
              <a:rPr lang="pl-PL" dirty="0" err="1"/>
              <a:t>preheat</a:t>
            </a:r>
            <a:r>
              <a:rPr lang="pl-PL" dirty="0"/>
              <a:t> i poziomowanie stołu</a:t>
            </a:r>
          </a:p>
          <a:p>
            <a:r>
              <a:rPr lang="pl-PL" dirty="0"/>
              <a:t>Drukowanie!</a:t>
            </a:r>
          </a:p>
        </p:txBody>
      </p:sp>
    </p:spTree>
    <p:extLst>
      <p:ext uri="{BB962C8B-B14F-4D97-AF65-F5344CB8AC3E}">
        <p14:creationId xmlns:p14="http://schemas.microsoft.com/office/powerpoint/2010/main" val="377415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30F58B-1FB1-DD6F-92D6-0343862D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 teraz bardziej w praktyce…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1EEC856-68B1-9254-F44C-A190359EA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6841863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343</TotalTime>
  <Words>101</Words>
  <Application>Microsoft Office PowerPoint</Application>
  <PresentationFormat>Panoramiczny</PresentationFormat>
  <Paragraphs>27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Faseta</vt:lpstr>
      <vt:lpstr>Szkolenie Druk 3D</vt:lpstr>
      <vt:lpstr>Od pomysłu do wydruku</vt:lpstr>
      <vt:lpstr>Konfiguracja slicera np. Cura</vt:lpstr>
      <vt:lpstr>Co zrobić jak mam już G-code?</vt:lpstr>
      <vt:lpstr>A teraz bardziej w praktyce…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Szkolenie Druk 3D</dc:title>
  <dc:creator>Adam Barnaś</dc:creator>
  <cp:lastModifiedBy>Adam Barnaś</cp:lastModifiedBy>
  <cp:revision>3</cp:revision>
  <dcterms:created xsi:type="dcterms:W3CDTF">2023-12-13T14:06:11Z</dcterms:created>
  <dcterms:modified xsi:type="dcterms:W3CDTF">2026-02-09T17:07:36Z</dcterms:modified>
</cp:coreProperties>
</file>